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Parkinson's Disease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Pipeline</a:t>
            </a:r>
          </a:p>
          <a:p>
            <a:r>
              <a:t>Performance and Methodology</a:t>
            </a:r>
          </a:p>
          <a:p>
            <a:r>
              <a:t>Developed by Piyush Kadam (@piyushkadam96k)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Parkinson's Disease (PD) is a neurodegenerative disorder with significant motor and non-motor implications.</a:t>
            </a:r>
          </a:p>
          <a:p>
            <a:r>
              <a:t>Early diagnosis is critical but challenging relying purely on clinical signs.</a:t>
            </a:r>
          </a:p>
          <a:p>
            <a:r>
              <a:t>Voice degradation (tremors, changes in frequency/amplitude) presents as a powerful early biomarker.</a:t>
            </a:r>
          </a:p>
          <a:p>
            <a:r>
              <a:t>Objective: To predict PD using machine learning applied to vocal features with &gt;90%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UCI Machine Learning Repository</a:t>
            </a:r>
          </a:p>
          <a:p>
            <a:r>
              <a:t>Contains 195 biomedical voice measurements from 31 individuals (23 with PD).</a:t>
            </a:r>
          </a:p>
          <a:p>
            <a:r>
              <a:t>Key Features analyzed:</a:t>
            </a:r>
          </a:p>
          <a:p>
            <a:pPr lvl="1"/>
            <a:r>
              <a:t>- Fundamental Frequency: MDVP:Fo(Hz)</a:t>
            </a:r>
          </a:p>
          <a:p>
            <a:pPr lvl="1"/>
            <a:r>
              <a:t>- Jitter &amp; Shimmer: Variation in frequency/amplitude</a:t>
            </a:r>
          </a:p>
          <a:p>
            <a:pPr lvl="1"/>
            <a:r>
              <a:t>- HNR, NHR: Noise to Harmonics ratios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strict machine learning pipeline was established to ensure real-world validity:</a:t>
            </a:r>
          </a:p>
          <a:p>
            <a:r>
              <a:t>1. Data Splitting: The dataset is split 80% Train, 20% Test before any transformations to prevent data leakage.</a:t>
            </a:r>
          </a:p>
          <a:p>
            <a:r>
              <a:t>2. SMOTE Balancing: Synthetic Minor Oversampling Technique was applied ONLY on the training data to fix class imbalance.</a:t>
            </a:r>
          </a:p>
          <a:p>
            <a:r>
              <a:t>3. Min-Max Scaling: Normalizes feature magnitudes without leaking test parameters.</a:t>
            </a:r>
          </a:p>
          <a:p>
            <a:r>
              <a:t>4. GridSearchCV: Accelerated multi-core hyperparameter tuning to find optimal model configurations.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Deployed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Several classifiers were trained and comprehensively cross-validated:</a:t>
            </a:r>
          </a:p>
          <a:p>
            <a:r>
              <a:t>1. Support Vector Machines (SVM) - Linear and RBF Kernels</a:t>
            </a:r>
          </a:p>
          <a:p>
            <a:r>
              <a:t>2. XGBoost - Gradient Boosting</a:t>
            </a:r>
          </a:p>
          <a:p>
            <a:r>
              <a:t>3. Random Forest - Ensemble Trees</a:t>
            </a:r>
          </a:p>
          <a:p>
            <a:r>
              <a:t>4. Decision Trees, Logistic Regression, KNN, and Naive Bayes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Evaluation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64008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</a:tblGrid>
              <a:tr h="731520">
                <a:tc>
                  <a:txBody>
                    <a:bodyPr/>
                    <a:lstStyle/>
                    <a:p>
                      <a:r>
                        <a:t>Classifier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Recall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88.9%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92.6%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88.9%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81.5%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81.5%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74.1%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51.9%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Vector Machine (SVM) achieved the highest real-world diagnostic performance with ~92.3% Accuracy and 94.1% F1-Score.</a:t>
            </a:r>
          </a:p>
          <a:p>
            <a:r>
              <a:t>XGBoost and Random Forest closely follow, demonstrating the strength of ensembles.</a:t>
            </a:r>
          </a:p>
          <a:p>
            <a:r>
              <a:t>By correcting the data-leakage pipeline flaw, these metrics now represent a realistic benchmark for non-invasive, voice-based Parkinson's diagnostic tools.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